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Traccia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0"/>
              </a:spcBef>
              <a:spcAft>
                <a:spcPts val="1200"/>
              </a:spcAft>
              <a:defRPr sz="2400">
                <a:solidFill>
                  <a:srgbClr val="003366"/>
                </a:solidFill>
                <a:latin typeface="Arial"/>
              </a:defRPr>
            </a:pPr>
            <a:r>
              <a:t>AI agent tracing, monitoring &amp; governance platform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2400">
                <a:solidFill>
                  <a:srgbClr val="003366"/>
                </a:solidFill>
                <a:latin typeface="Arial"/>
              </a:defRPr>
            </a:pPr>
            <a:r>
              <a:t>Enhances visibility and control over AI agent behavior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Traccia?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0"/>
              </a:spcBef>
              <a:spcAft>
                <a:spcPts val="1200"/>
              </a:spcAft>
              <a:defRPr sz="2400">
                <a:solidFill>
                  <a:srgbClr val="003366"/>
                </a:solidFill>
                <a:latin typeface="Arial"/>
              </a:defRPr>
            </a:pPr>
            <a:r>
              <a:t>Platform/tool focused on AI agent observability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2400">
                <a:solidFill>
                  <a:srgbClr val="003366"/>
                </a:solidFill>
                <a:latin typeface="Arial"/>
              </a:defRPr>
            </a:pPr>
            <a:r>
              <a:t>Provides traceability, monitoring, governance &amp; audit features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0"/>
              </a:spcBef>
              <a:spcAft>
                <a:spcPts val="1200"/>
              </a:spcAft>
              <a:defRPr sz="2400">
                <a:solidFill>
                  <a:srgbClr val="003366"/>
                </a:solidFill>
                <a:latin typeface="Arial"/>
              </a:defRPr>
            </a:pPr>
            <a:r>
              <a:t>Detailed agent tracing &amp; decision path insights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2400">
                <a:solidFill>
                  <a:srgbClr val="003366"/>
                </a:solidFill>
                <a:latin typeface="Arial"/>
              </a:defRPr>
            </a:pPr>
            <a:r>
              <a:t>Real-time monitoring and anomaly detection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2400">
                <a:solidFill>
                  <a:srgbClr val="003366"/>
                </a:solidFill>
                <a:latin typeface="Arial"/>
              </a:defRPr>
            </a:pPr>
            <a:r>
              <a:t>Governance framework for compliance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2400">
                <a:solidFill>
                  <a:srgbClr val="003366"/>
                </a:solidFill>
                <a:latin typeface="Arial"/>
              </a:defRPr>
            </a:pPr>
            <a:r>
              <a:t>Audit tools for accountability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0"/>
              </a:spcBef>
              <a:spcAft>
                <a:spcPts val="1200"/>
              </a:spcAft>
              <a:defRPr sz="2400">
                <a:solidFill>
                  <a:srgbClr val="003366"/>
                </a:solidFill>
                <a:latin typeface="Arial"/>
              </a:defRPr>
            </a:pPr>
            <a:r>
              <a:t>Transparency and trust in AI operations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2400">
                <a:solidFill>
                  <a:srgbClr val="003366"/>
                </a:solidFill>
                <a:latin typeface="Arial"/>
              </a:defRPr>
            </a:pPr>
            <a:r>
              <a:t>Early risk detection and management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2400">
                <a:solidFill>
                  <a:srgbClr val="003366"/>
                </a:solidFill>
                <a:latin typeface="Arial"/>
              </a:defRPr>
            </a:pPr>
            <a:r>
              <a:t>Supports ethical AI governance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0"/>
              </a:spcBef>
              <a:spcAft>
                <a:spcPts val="1200"/>
              </a:spcAft>
              <a:defRPr sz="2400">
                <a:solidFill>
                  <a:srgbClr val="003366"/>
                </a:solidFill>
                <a:latin typeface="Arial"/>
              </a:defRPr>
            </a:pPr>
            <a:r>
              <a:t>Enterprise AI agent management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2400">
                <a:solidFill>
                  <a:srgbClr val="003366"/>
                </a:solidFill>
                <a:latin typeface="Arial"/>
              </a:defRPr>
            </a:pPr>
            <a:r>
              <a:t>Regulatory compliance &amp; auditing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2400">
                <a:solidFill>
                  <a:srgbClr val="003366"/>
                </a:solidFill>
                <a:latin typeface="Arial"/>
              </a:defRPr>
            </a:pPr>
            <a:r>
              <a:t>AI R&amp;D tracking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2400">
                <a:solidFill>
                  <a:srgbClr val="003366"/>
                </a:solidFill>
                <a:latin typeface="Arial"/>
              </a:defRPr>
            </a:pPr>
            <a:r>
              <a:t>Responsible AI governance implementation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Traccia?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0"/>
              </a:spcBef>
              <a:spcAft>
                <a:spcPts val="1200"/>
              </a:spcAft>
              <a:defRPr sz="2400">
                <a:solidFill>
                  <a:srgbClr val="003366"/>
                </a:solidFill>
                <a:latin typeface="Arial"/>
              </a:defRPr>
            </a:pPr>
            <a:r>
              <a:t>Specialized for AI agent tracing &amp; control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2400">
                <a:solidFill>
                  <a:srgbClr val="003366"/>
                </a:solidFill>
                <a:latin typeface="Arial"/>
              </a:defRPr>
            </a:pPr>
            <a:r>
              <a:t>Bridges gap in AI operational governance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2400">
                <a:solidFill>
                  <a:srgbClr val="003366"/>
                </a:solidFill>
                <a:latin typeface="Arial"/>
              </a:defRPr>
            </a:pPr>
            <a:r>
              <a:t>Enhances transparency and accountability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